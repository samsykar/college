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290A"/>
    <a:srgbClr val="451D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80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68B3F-DE35-40CD-B1F8-01CDA55F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58659C-A3D3-490E-A430-61DCBB8D9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68D4B5-6566-4F60-BB9B-F0102BBB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0470AD-D015-4074-99E6-1B1F95E13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FDF47B-233E-486C-AAF0-74A95E6E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92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03911-55D9-4833-8325-20AA65CE3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C4FE0-6F71-46E2-93D5-EFF158F28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FE26D3-563C-4448-B627-D616192C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11684-14B4-4C4C-BA80-508E6C42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48014D-A8E1-4CA2-B203-C43AC1B7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928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D26C3-2F9F-4872-BCC8-C9406C31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CDBF0E-58D4-4717-B88B-0C57DCBD6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D55B6-D230-42E8-B77A-556AD051F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4E63E1-29C1-4CE3-8830-86FCAD77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0F4963-87C0-49D9-8EF2-089D410B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84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3BFF0-C76C-48DC-9740-E77B97202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23350A-8BD5-4610-B213-7B458221C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767827-3CFD-4782-80EB-9211339D7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5598AD-64E6-43BE-820A-2082DF34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2B02F8-9B51-499D-A554-2BCB32C0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92B1E4-DCDC-44C0-972A-A56CFB2B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52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A0091-A536-49E3-9AEF-E579621C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F4FC46-C9A8-4FFA-A9E3-C0C7F3CBE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3F0910-610D-460A-AC2B-FAE812088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70BB454-DA6F-4619-BCE4-CCEDEBA75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9E9B36-F81B-4925-A92A-BD36F6ECF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23FBEF-E498-464A-A308-954AC773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2FFC55-C73F-47C9-A0F2-2A1A84F9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94F873-38BA-4788-B33C-ED036856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79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41BBD-84ED-4C28-8634-042C1693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349D2B-6FBE-4A3A-BBB6-4592A6C5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2FB7E6-51F2-4B10-93FE-90901214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41B5FBC-85BD-491D-B760-D6B3096C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97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5291AD-6AEE-4AC2-9E4A-F62FE513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254F98-5797-4BFD-BF83-F9899220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41E001-A176-4416-9B69-4DC6487F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08D70-CA8B-4A74-AC36-5FD74A5D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579056-8471-4988-937A-A5BD97DB0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32120B-4ACF-41B5-BF31-73577B6FB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EC15B9-7579-4FE8-AD2D-4CF74613A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A2B8FD-3C17-4A9F-8271-AA1F98C3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3DEDC9-42E5-46E7-BEC1-48711823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20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516FB-5424-4442-9837-2E7B8A35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77A073E-5985-4B9A-B67B-F81DA52CF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19B69D-3657-45BC-BFD7-7CCCF3541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43C449-44F5-4CE5-AF8A-C52551CD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4A4047-AD7E-47B3-B7AD-9BD88122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140AEA-A373-4C74-9BDE-D4B9D0ED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10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78E10-A818-4EFA-BC8F-790FB5F6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D6F4B9-8DB0-480C-806F-E85CB3FDA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77BB4D-7B3A-438C-B57A-E480F778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1DD169-46F0-4404-936F-24276CCA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682E64-FB54-4451-A4E9-867C0724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B8D8DC-7C4E-46DA-8B82-D42D31E72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82786F-F573-4722-AE25-7638F3D56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0EE865-DBE0-4F2C-8079-6D40E431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A6FA41-FE3B-4BEE-A932-6DE9ABF3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7CB985-848F-461F-BD06-206CC484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77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1B8E6-DA10-4541-97C0-B4C86954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FF7549-D181-4B96-8F9E-D133CDB0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54077B-DA84-4D6C-AAA1-A1A4E03D0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FCCDB-FBCD-4810-BECD-6C1D093AB17F}" type="datetimeFigureOut">
              <a:rPr lang="ru-RU" smtClean="0"/>
              <a:t>08.05.2025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C4F22A-60CE-4E27-9FE4-6622808CD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D1F912-4BF6-4F02-BC50-FEAF592D2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5BD6E-284B-4C91-88B4-4397EA2E6C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93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Группа 158">
            <a:extLst>
              <a:ext uri="{FF2B5EF4-FFF2-40B4-BE49-F238E27FC236}">
                <a16:creationId xmlns:a16="http://schemas.microsoft.com/office/drawing/2014/main" id="{A58C83B9-D889-44FA-95E1-9D47858349DA}"/>
              </a:ext>
            </a:extLst>
          </p:cNvPr>
          <p:cNvGrpSpPr/>
          <p:nvPr/>
        </p:nvGrpSpPr>
        <p:grpSpPr>
          <a:xfrm>
            <a:off x="-1406013" y="483919"/>
            <a:ext cx="203207868" cy="5890161"/>
            <a:chOff x="-1406013" y="483919"/>
            <a:chExt cx="203207868" cy="5890161"/>
          </a:xfrm>
        </p:grpSpPr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FFC11350-564C-4B2A-951B-2FA911DC2D56}"/>
                </a:ext>
              </a:extLst>
            </p:cNvPr>
            <p:cNvSpPr/>
            <p:nvPr/>
          </p:nvSpPr>
          <p:spPr>
            <a:xfrm>
              <a:off x="662049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B1DD062D-DB14-4B42-8398-223CBB3B2036}"/>
                </a:ext>
              </a:extLst>
            </p:cNvPr>
            <p:cNvGrpSpPr/>
            <p:nvPr/>
          </p:nvGrpSpPr>
          <p:grpSpPr>
            <a:xfrm>
              <a:off x="-1406013" y="2746463"/>
              <a:ext cx="2320412" cy="1365067"/>
              <a:chOff x="3740729" y="-1044140"/>
              <a:chExt cx="5270269" cy="1365067"/>
            </a:xfrm>
          </p:grpSpPr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7DCE8DE7-0A26-4E23-9312-D12281C9443C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10F83CB9-CB82-479B-AEAE-FD5755B10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4C46823F-6A01-4665-B28D-0C8312AE6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09350D7-2836-4C71-8CF1-1CA6E5C3EE8C}"/>
                </a:ext>
              </a:extLst>
            </p:cNvPr>
            <p:cNvSpPr/>
            <p:nvPr/>
          </p:nvSpPr>
          <p:spPr>
            <a:xfrm>
              <a:off x="13351563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6E4786CB-8384-448E-BD0E-1D44BB8E4701}"/>
                </a:ext>
              </a:extLst>
            </p:cNvPr>
            <p:cNvGrpSpPr/>
            <p:nvPr/>
          </p:nvGrpSpPr>
          <p:grpSpPr>
            <a:xfrm>
              <a:off x="11277601" y="2746463"/>
              <a:ext cx="2320412" cy="1365067"/>
              <a:chOff x="3740729" y="-1044140"/>
              <a:chExt cx="5270269" cy="1365067"/>
            </a:xfrm>
          </p:grpSpPr>
          <p:sp>
            <p:nvSpPr>
              <p:cNvPr id="86" name="Прямоугольник 85">
                <a:extLst>
                  <a:ext uri="{FF2B5EF4-FFF2-40B4-BE49-F238E27FC236}">
                    <a16:creationId xmlns:a16="http://schemas.microsoft.com/office/drawing/2014/main" id="{A67EB03F-F37A-4EC3-8134-BD7440FB0235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87" name="Прямая соединительная линия 86">
                <a:extLst>
                  <a:ext uri="{FF2B5EF4-FFF2-40B4-BE49-F238E27FC236}">
                    <a16:creationId xmlns:a16="http://schemas.microsoft.com/office/drawing/2014/main" id="{3CAE0FA3-EE77-4498-86E1-661887D0D1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Прямая соединительная линия 87">
                <a:extLst>
                  <a:ext uri="{FF2B5EF4-FFF2-40B4-BE49-F238E27FC236}">
                    <a16:creationId xmlns:a16="http://schemas.microsoft.com/office/drawing/2014/main" id="{3E502F16-7DBF-4AD1-ADA4-086D0BDC2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Прямоугольник 88">
              <a:extLst>
                <a:ext uri="{FF2B5EF4-FFF2-40B4-BE49-F238E27FC236}">
                  <a16:creationId xmlns:a16="http://schemas.microsoft.com/office/drawing/2014/main" id="{A272D57C-634B-42CF-B649-2A86E06D8117}"/>
                </a:ext>
              </a:extLst>
            </p:cNvPr>
            <p:cNvSpPr/>
            <p:nvPr/>
          </p:nvSpPr>
          <p:spPr>
            <a:xfrm>
              <a:off x="26029276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0" name="Группа 89">
              <a:extLst>
                <a:ext uri="{FF2B5EF4-FFF2-40B4-BE49-F238E27FC236}">
                  <a16:creationId xmlns:a16="http://schemas.microsoft.com/office/drawing/2014/main" id="{3A65ACAF-5472-469E-B932-C8C5F3354992}"/>
                </a:ext>
              </a:extLst>
            </p:cNvPr>
            <p:cNvGrpSpPr/>
            <p:nvPr/>
          </p:nvGrpSpPr>
          <p:grpSpPr>
            <a:xfrm>
              <a:off x="23961214" y="2746463"/>
              <a:ext cx="2320412" cy="1365067"/>
              <a:chOff x="3740729" y="-1044140"/>
              <a:chExt cx="5270269" cy="1365067"/>
            </a:xfrm>
          </p:grpSpPr>
          <p:sp>
            <p:nvSpPr>
              <p:cNvPr id="91" name="Прямоугольник 90">
                <a:extLst>
                  <a:ext uri="{FF2B5EF4-FFF2-40B4-BE49-F238E27FC236}">
                    <a16:creationId xmlns:a16="http://schemas.microsoft.com/office/drawing/2014/main" id="{59E006EF-9724-437C-8815-65536152E04A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92" name="Прямая соединительная линия 91">
                <a:extLst>
                  <a:ext uri="{FF2B5EF4-FFF2-40B4-BE49-F238E27FC236}">
                    <a16:creationId xmlns:a16="http://schemas.microsoft.com/office/drawing/2014/main" id="{A35F285F-63FF-477E-A47B-3997D8C6D3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Прямая соединительная линия 92">
                <a:extLst>
                  <a:ext uri="{FF2B5EF4-FFF2-40B4-BE49-F238E27FC236}">
                    <a16:creationId xmlns:a16="http://schemas.microsoft.com/office/drawing/2014/main" id="{F5B74A9E-7407-4939-9388-4787FA468C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Прямоугольник 93">
              <a:extLst>
                <a:ext uri="{FF2B5EF4-FFF2-40B4-BE49-F238E27FC236}">
                  <a16:creationId xmlns:a16="http://schemas.microsoft.com/office/drawing/2014/main" id="{D89EBD48-9516-4116-A1C3-B44ACB7DA575}"/>
                </a:ext>
              </a:extLst>
            </p:cNvPr>
            <p:cNvSpPr/>
            <p:nvPr/>
          </p:nvSpPr>
          <p:spPr>
            <a:xfrm>
              <a:off x="38718790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21A3704F-6D16-4AF6-9EA6-32815B9CB1E0}"/>
                </a:ext>
              </a:extLst>
            </p:cNvPr>
            <p:cNvGrpSpPr/>
            <p:nvPr/>
          </p:nvGrpSpPr>
          <p:grpSpPr>
            <a:xfrm>
              <a:off x="36644828" y="2746463"/>
              <a:ext cx="2320412" cy="1365067"/>
              <a:chOff x="3740729" y="-1044140"/>
              <a:chExt cx="5270269" cy="1365067"/>
            </a:xfrm>
          </p:grpSpPr>
          <p:sp>
            <p:nvSpPr>
              <p:cNvPr id="96" name="Прямоугольник 95">
                <a:extLst>
                  <a:ext uri="{FF2B5EF4-FFF2-40B4-BE49-F238E27FC236}">
                    <a16:creationId xmlns:a16="http://schemas.microsoft.com/office/drawing/2014/main" id="{A081C568-E2B0-443B-8AAA-92CA27B95FD9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97" name="Прямая соединительная линия 96">
                <a:extLst>
                  <a:ext uri="{FF2B5EF4-FFF2-40B4-BE49-F238E27FC236}">
                    <a16:creationId xmlns:a16="http://schemas.microsoft.com/office/drawing/2014/main" id="{2CE0EC17-3E03-40C6-BBCB-5F325C42CE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Прямая соединительная линия 97">
                <a:extLst>
                  <a:ext uri="{FF2B5EF4-FFF2-40B4-BE49-F238E27FC236}">
                    <a16:creationId xmlns:a16="http://schemas.microsoft.com/office/drawing/2014/main" id="{680DD338-55A7-42D0-AE9C-A0E4F34DB3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Прямоугольник 98">
              <a:extLst>
                <a:ext uri="{FF2B5EF4-FFF2-40B4-BE49-F238E27FC236}">
                  <a16:creationId xmlns:a16="http://schemas.microsoft.com/office/drawing/2014/main" id="{6FBB842E-D544-4D07-94F1-53FEE47B6A80}"/>
                </a:ext>
              </a:extLst>
            </p:cNvPr>
            <p:cNvSpPr/>
            <p:nvPr/>
          </p:nvSpPr>
          <p:spPr>
            <a:xfrm>
              <a:off x="51396503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00" name="Группа 99">
              <a:extLst>
                <a:ext uri="{FF2B5EF4-FFF2-40B4-BE49-F238E27FC236}">
                  <a16:creationId xmlns:a16="http://schemas.microsoft.com/office/drawing/2014/main" id="{98E345FD-43B7-4617-8516-8647B11FF546}"/>
                </a:ext>
              </a:extLst>
            </p:cNvPr>
            <p:cNvGrpSpPr/>
            <p:nvPr/>
          </p:nvGrpSpPr>
          <p:grpSpPr>
            <a:xfrm>
              <a:off x="49328441" y="2746463"/>
              <a:ext cx="2320412" cy="1365067"/>
              <a:chOff x="3740729" y="-1044140"/>
              <a:chExt cx="5270269" cy="1365067"/>
            </a:xfrm>
          </p:grpSpPr>
          <p:sp>
            <p:nvSpPr>
              <p:cNvPr id="101" name="Прямоугольник 100">
                <a:extLst>
                  <a:ext uri="{FF2B5EF4-FFF2-40B4-BE49-F238E27FC236}">
                    <a16:creationId xmlns:a16="http://schemas.microsoft.com/office/drawing/2014/main" id="{23342EBE-CC4B-4130-8D1F-837471A9C7A5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02" name="Прямая соединительная линия 101">
                <a:extLst>
                  <a:ext uri="{FF2B5EF4-FFF2-40B4-BE49-F238E27FC236}">
                    <a16:creationId xmlns:a16="http://schemas.microsoft.com/office/drawing/2014/main" id="{09F01991-23A8-4E08-9489-47B6558561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Прямая соединительная линия 102">
                <a:extLst>
                  <a:ext uri="{FF2B5EF4-FFF2-40B4-BE49-F238E27FC236}">
                    <a16:creationId xmlns:a16="http://schemas.microsoft.com/office/drawing/2014/main" id="{BDFCCA14-1B0E-4ACF-B1D1-27AB944BA4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Прямоугольник 103">
              <a:extLst>
                <a:ext uri="{FF2B5EF4-FFF2-40B4-BE49-F238E27FC236}">
                  <a16:creationId xmlns:a16="http://schemas.microsoft.com/office/drawing/2014/main" id="{97286F9E-5363-492E-8116-6E0FA1CB9052}"/>
                </a:ext>
              </a:extLst>
            </p:cNvPr>
            <p:cNvSpPr/>
            <p:nvPr/>
          </p:nvSpPr>
          <p:spPr>
            <a:xfrm>
              <a:off x="64086017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05" name="Группа 104">
              <a:extLst>
                <a:ext uri="{FF2B5EF4-FFF2-40B4-BE49-F238E27FC236}">
                  <a16:creationId xmlns:a16="http://schemas.microsoft.com/office/drawing/2014/main" id="{7226B07B-DC81-4F6E-95C6-2DEC928CB125}"/>
                </a:ext>
              </a:extLst>
            </p:cNvPr>
            <p:cNvGrpSpPr/>
            <p:nvPr/>
          </p:nvGrpSpPr>
          <p:grpSpPr>
            <a:xfrm>
              <a:off x="62012055" y="2746463"/>
              <a:ext cx="2320412" cy="1365067"/>
              <a:chOff x="3740729" y="-1044140"/>
              <a:chExt cx="5270269" cy="1365067"/>
            </a:xfrm>
          </p:grpSpPr>
          <p:sp>
            <p:nvSpPr>
              <p:cNvPr id="106" name="Прямоугольник 105">
                <a:extLst>
                  <a:ext uri="{FF2B5EF4-FFF2-40B4-BE49-F238E27FC236}">
                    <a16:creationId xmlns:a16="http://schemas.microsoft.com/office/drawing/2014/main" id="{4F398F63-CBAF-4A24-A03C-882A05976EE6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07" name="Прямая соединительная линия 106">
                <a:extLst>
                  <a:ext uri="{FF2B5EF4-FFF2-40B4-BE49-F238E27FC236}">
                    <a16:creationId xmlns:a16="http://schemas.microsoft.com/office/drawing/2014/main" id="{FC910F71-A4F6-4776-8627-2F365AE453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Прямая соединительная линия 107">
                <a:extLst>
                  <a:ext uri="{FF2B5EF4-FFF2-40B4-BE49-F238E27FC236}">
                    <a16:creationId xmlns:a16="http://schemas.microsoft.com/office/drawing/2014/main" id="{D75BD097-EA65-49DC-81B6-05F7A3EBD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" name="Прямоугольник 108">
              <a:extLst>
                <a:ext uri="{FF2B5EF4-FFF2-40B4-BE49-F238E27FC236}">
                  <a16:creationId xmlns:a16="http://schemas.microsoft.com/office/drawing/2014/main" id="{0CCB605C-07AA-41B0-9DE8-A00FB340D1C0}"/>
                </a:ext>
              </a:extLst>
            </p:cNvPr>
            <p:cNvSpPr/>
            <p:nvPr/>
          </p:nvSpPr>
          <p:spPr>
            <a:xfrm>
              <a:off x="76763730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10" name="Группа 109">
              <a:extLst>
                <a:ext uri="{FF2B5EF4-FFF2-40B4-BE49-F238E27FC236}">
                  <a16:creationId xmlns:a16="http://schemas.microsoft.com/office/drawing/2014/main" id="{4D2952AD-1A67-4BE3-B958-4B132952D15C}"/>
                </a:ext>
              </a:extLst>
            </p:cNvPr>
            <p:cNvGrpSpPr/>
            <p:nvPr/>
          </p:nvGrpSpPr>
          <p:grpSpPr>
            <a:xfrm>
              <a:off x="74695668" y="2746463"/>
              <a:ext cx="2320412" cy="1365067"/>
              <a:chOff x="3740729" y="-1044140"/>
              <a:chExt cx="5270269" cy="1365067"/>
            </a:xfrm>
          </p:grpSpPr>
          <p:sp>
            <p:nvSpPr>
              <p:cNvPr id="111" name="Прямоугольник 110">
                <a:extLst>
                  <a:ext uri="{FF2B5EF4-FFF2-40B4-BE49-F238E27FC236}">
                    <a16:creationId xmlns:a16="http://schemas.microsoft.com/office/drawing/2014/main" id="{292339CC-C953-4A7B-B6DC-1567ABFB4A5F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EC82EC51-4CBF-4EF5-A41F-68F93048FE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Прямая соединительная линия 112">
                <a:extLst>
                  <a:ext uri="{FF2B5EF4-FFF2-40B4-BE49-F238E27FC236}">
                    <a16:creationId xmlns:a16="http://schemas.microsoft.com/office/drawing/2014/main" id="{36B90F39-FB1D-40F9-845C-F64103E7EB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4" name="Прямоугольник 113">
              <a:extLst>
                <a:ext uri="{FF2B5EF4-FFF2-40B4-BE49-F238E27FC236}">
                  <a16:creationId xmlns:a16="http://schemas.microsoft.com/office/drawing/2014/main" id="{63175772-6429-4CC3-81BD-A77B665B6AC5}"/>
                </a:ext>
              </a:extLst>
            </p:cNvPr>
            <p:cNvSpPr/>
            <p:nvPr/>
          </p:nvSpPr>
          <p:spPr>
            <a:xfrm>
              <a:off x="89453244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15" name="Группа 114">
              <a:extLst>
                <a:ext uri="{FF2B5EF4-FFF2-40B4-BE49-F238E27FC236}">
                  <a16:creationId xmlns:a16="http://schemas.microsoft.com/office/drawing/2014/main" id="{C48C32E3-EAF6-41FC-9FA4-4B81B3F17DA6}"/>
                </a:ext>
              </a:extLst>
            </p:cNvPr>
            <p:cNvGrpSpPr/>
            <p:nvPr/>
          </p:nvGrpSpPr>
          <p:grpSpPr>
            <a:xfrm>
              <a:off x="87379282" y="2746463"/>
              <a:ext cx="2320412" cy="1365067"/>
              <a:chOff x="3740729" y="-1044140"/>
              <a:chExt cx="5270269" cy="1365067"/>
            </a:xfrm>
          </p:grpSpPr>
          <p:sp>
            <p:nvSpPr>
              <p:cNvPr id="116" name="Прямоугольник 115">
                <a:extLst>
                  <a:ext uri="{FF2B5EF4-FFF2-40B4-BE49-F238E27FC236}">
                    <a16:creationId xmlns:a16="http://schemas.microsoft.com/office/drawing/2014/main" id="{3EBCCEA5-E49A-4A33-AE5F-BDFDF2B6D88B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17" name="Прямая соединительная линия 116">
                <a:extLst>
                  <a:ext uri="{FF2B5EF4-FFF2-40B4-BE49-F238E27FC236}">
                    <a16:creationId xmlns:a16="http://schemas.microsoft.com/office/drawing/2014/main" id="{87C9D3FF-1395-4298-AC88-80C70C0B06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Прямая соединительная линия 117">
                <a:extLst>
                  <a:ext uri="{FF2B5EF4-FFF2-40B4-BE49-F238E27FC236}">
                    <a16:creationId xmlns:a16="http://schemas.microsoft.com/office/drawing/2014/main" id="{E5DBE775-DEA4-4AD4-ACED-1EC18C8505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9" name="Прямоугольник 118">
              <a:extLst>
                <a:ext uri="{FF2B5EF4-FFF2-40B4-BE49-F238E27FC236}">
                  <a16:creationId xmlns:a16="http://schemas.microsoft.com/office/drawing/2014/main" id="{DA1CB920-7A58-4748-955D-8CCA1F8AD268}"/>
                </a:ext>
              </a:extLst>
            </p:cNvPr>
            <p:cNvSpPr/>
            <p:nvPr/>
          </p:nvSpPr>
          <p:spPr>
            <a:xfrm>
              <a:off x="102142758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0" name="Группа 119">
              <a:extLst>
                <a:ext uri="{FF2B5EF4-FFF2-40B4-BE49-F238E27FC236}">
                  <a16:creationId xmlns:a16="http://schemas.microsoft.com/office/drawing/2014/main" id="{6FB83E42-7FA2-4295-9DAA-F0B3BF940541}"/>
                </a:ext>
              </a:extLst>
            </p:cNvPr>
            <p:cNvGrpSpPr/>
            <p:nvPr/>
          </p:nvGrpSpPr>
          <p:grpSpPr>
            <a:xfrm>
              <a:off x="100074696" y="2746463"/>
              <a:ext cx="2320412" cy="1365067"/>
              <a:chOff x="3740729" y="-1044140"/>
              <a:chExt cx="5270269" cy="1365067"/>
            </a:xfrm>
          </p:grpSpPr>
          <p:sp>
            <p:nvSpPr>
              <p:cNvPr id="121" name="Прямоугольник 120">
                <a:extLst>
                  <a:ext uri="{FF2B5EF4-FFF2-40B4-BE49-F238E27FC236}">
                    <a16:creationId xmlns:a16="http://schemas.microsoft.com/office/drawing/2014/main" id="{9DC7876C-EB16-4746-B2B0-EF6617D75FD1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22" name="Прямая соединительная линия 121">
                <a:extLst>
                  <a:ext uri="{FF2B5EF4-FFF2-40B4-BE49-F238E27FC236}">
                    <a16:creationId xmlns:a16="http://schemas.microsoft.com/office/drawing/2014/main" id="{E0E96664-0B3A-49D1-AFE2-9B7F2165BB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Прямая соединительная линия 122">
                <a:extLst>
                  <a:ext uri="{FF2B5EF4-FFF2-40B4-BE49-F238E27FC236}">
                    <a16:creationId xmlns:a16="http://schemas.microsoft.com/office/drawing/2014/main" id="{8A29917F-55DD-4F4C-8226-DC4DF388A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Прямоугольник 123">
              <a:extLst>
                <a:ext uri="{FF2B5EF4-FFF2-40B4-BE49-F238E27FC236}">
                  <a16:creationId xmlns:a16="http://schemas.microsoft.com/office/drawing/2014/main" id="{8C53E2CA-8509-4712-A12A-9F843C5535E1}"/>
                </a:ext>
              </a:extLst>
            </p:cNvPr>
            <p:cNvSpPr/>
            <p:nvPr/>
          </p:nvSpPr>
          <p:spPr>
            <a:xfrm>
              <a:off x="114832272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5" name="Группа 124">
              <a:extLst>
                <a:ext uri="{FF2B5EF4-FFF2-40B4-BE49-F238E27FC236}">
                  <a16:creationId xmlns:a16="http://schemas.microsoft.com/office/drawing/2014/main" id="{DC1729B0-3126-4CCC-8A75-74D1F01374DB}"/>
                </a:ext>
              </a:extLst>
            </p:cNvPr>
            <p:cNvGrpSpPr/>
            <p:nvPr/>
          </p:nvGrpSpPr>
          <p:grpSpPr>
            <a:xfrm>
              <a:off x="112758310" y="2746463"/>
              <a:ext cx="2320412" cy="1365067"/>
              <a:chOff x="3740729" y="-1044140"/>
              <a:chExt cx="5270269" cy="1365067"/>
            </a:xfrm>
          </p:grpSpPr>
          <p:sp>
            <p:nvSpPr>
              <p:cNvPr id="126" name="Прямоугольник 125">
                <a:extLst>
                  <a:ext uri="{FF2B5EF4-FFF2-40B4-BE49-F238E27FC236}">
                    <a16:creationId xmlns:a16="http://schemas.microsoft.com/office/drawing/2014/main" id="{7DF6113B-0837-4DD0-8939-86C2C5DC53CD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27" name="Прямая соединительная линия 126">
                <a:extLst>
                  <a:ext uri="{FF2B5EF4-FFF2-40B4-BE49-F238E27FC236}">
                    <a16:creationId xmlns:a16="http://schemas.microsoft.com/office/drawing/2014/main" id="{34C625BE-D997-4DE1-96FA-A21FAF971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Прямая соединительная линия 127">
                <a:extLst>
                  <a:ext uri="{FF2B5EF4-FFF2-40B4-BE49-F238E27FC236}">
                    <a16:creationId xmlns:a16="http://schemas.microsoft.com/office/drawing/2014/main" id="{968F720F-3148-43DA-A6F1-26E5216C34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Прямоугольник 128">
              <a:extLst>
                <a:ext uri="{FF2B5EF4-FFF2-40B4-BE49-F238E27FC236}">
                  <a16:creationId xmlns:a16="http://schemas.microsoft.com/office/drawing/2014/main" id="{E03EF0C2-84BC-419B-9814-0A2F44E7295A}"/>
                </a:ext>
              </a:extLst>
            </p:cNvPr>
            <p:cNvSpPr/>
            <p:nvPr/>
          </p:nvSpPr>
          <p:spPr>
            <a:xfrm>
              <a:off x="127509985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0" name="Группа 129">
              <a:extLst>
                <a:ext uri="{FF2B5EF4-FFF2-40B4-BE49-F238E27FC236}">
                  <a16:creationId xmlns:a16="http://schemas.microsoft.com/office/drawing/2014/main" id="{BA32D40F-4A0F-457C-8832-684095DEC342}"/>
                </a:ext>
              </a:extLst>
            </p:cNvPr>
            <p:cNvGrpSpPr/>
            <p:nvPr/>
          </p:nvGrpSpPr>
          <p:grpSpPr>
            <a:xfrm>
              <a:off x="125441923" y="2746463"/>
              <a:ext cx="2320412" cy="1365067"/>
              <a:chOff x="3740729" y="-1044140"/>
              <a:chExt cx="5270269" cy="1365067"/>
            </a:xfrm>
          </p:grpSpPr>
          <p:sp>
            <p:nvSpPr>
              <p:cNvPr id="131" name="Прямоугольник 130">
                <a:extLst>
                  <a:ext uri="{FF2B5EF4-FFF2-40B4-BE49-F238E27FC236}">
                    <a16:creationId xmlns:a16="http://schemas.microsoft.com/office/drawing/2014/main" id="{FDA4D763-C687-4C48-B9ED-9457CF20CEDA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32" name="Прямая соединительная линия 131">
                <a:extLst>
                  <a:ext uri="{FF2B5EF4-FFF2-40B4-BE49-F238E27FC236}">
                    <a16:creationId xmlns:a16="http://schemas.microsoft.com/office/drawing/2014/main" id="{4D728ECF-3A5F-4A63-896B-E4104EA9FC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Прямая соединительная линия 132">
                <a:extLst>
                  <a:ext uri="{FF2B5EF4-FFF2-40B4-BE49-F238E27FC236}">
                    <a16:creationId xmlns:a16="http://schemas.microsoft.com/office/drawing/2014/main" id="{29727809-4BEB-45A0-8DB8-25DDB2CE96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Прямоугольник 133">
              <a:extLst>
                <a:ext uri="{FF2B5EF4-FFF2-40B4-BE49-F238E27FC236}">
                  <a16:creationId xmlns:a16="http://schemas.microsoft.com/office/drawing/2014/main" id="{16733A8D-11D6-451D-AF00-B3E91929451C}"/>
                </a:ext>
              </a:extLst>
            </p:cNvPr>
            <p:cNvSpPr/>
            <p:nvPr/>
          </p:nvSpPr>
          <p:spPr>
            <a:xfrm>
              <a:off x="140199499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5" name="Группа 134">
              <a:extLst>
                <a:ext uri="{FF2B5EF4-FFF2-40B4-BE49-F238E27FC236}">
                  <a16:creationId xmlns:a16="http://schemas.microsoft.com/office/drawing/2014/main" id="{FF5DA02D-BD09-4FAF-A3C8-94088CB94E5C}"/>
                </a:ext>
              </a:extLst>
            </p:cNvPr>
            <p:cNvGrpSpPr/>
            <p:nvPr/>
          </p:nvGrpSpPr>
          <p:grpSpPr>
            <a:xfrm>
              <a:off x="138125537" y="2746463"/>
              <a:ext cx="2320412" cy="1365067"/>
              <a:chOff x="3740729" y="-1044140"/>
              <a:chExt cx="5270269" cy="1365067"/>
            </a:xfrm>
          </p:grpSpPr>
          <p:sp>
            <p:nvSpPr>
              <p:cNvPr id="136" name="Прямоугольник 135">
                <a:extLst>
                  <a:ext uri="{FF2B5EF4-FFF2-40B4-BE49-F238E27FC236}">
                    <a16:creationId xmlns:a16="http://schemas.microsoft.com/office/drawing/2014/main" id="{6F03D525-AE3F-4484-A523-FD9923133727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37" name="Прямая соединительная линия 136">
                <a:extLst>
                  <a:ext uri="{FF2B5EF4-FFF2-40B4-BE49-F238E27FC236}">
                    <a16:creationId xmlns:a16="http://schemas.microsoft.com/office/drawing/2014/main" id="{F42D9DFD-7059-4C09-A5E5-23F42CEB89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Прямая соединительная линия 137">
                <a:extLst>
                  <a:ext uri="{FF2B5EF4-FFF2-40B4-BE49-F238E27FC236}">
                    <a16:creationId xmlns:a16="http://schemas.microsoft.com/office/drawing/2014/main" id="{9DB31002-50CF-4045-8ED3-2947D079CA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Прямоугольник 138">
              <a:extLst>
                <a:ext uri="{FF2B5EF4-FFF2-40B4-BE49-F238E27FC236}">
                  <a16:creationId xmlns:a16="http://schemas.microsoft.com/office/drawing/2014/main" id="{5E5E446E-7606-4794-B1AA-B1943345A6B5}"/>
                </a:ext>
              </a:extLst>
            </p:cNvPr>
            <p:cNvSpPr/>
            <p:nvPr/>
          </p:nvSpPr>
          <p:spPr>
            <a:xfrm>
              <a:off x="152877212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40" name="Группа 139">
              <a:extLst>
                <a:ext uri="{FF2B5EF4-FFF2-40B4-BE49-F238E27FC236}">
                  <a16:creationId xmlns:a16="http://schemas.microsoft.com/office/drawing/2014/main" id="{4A790138-7CE1-42CD-A39A-F961DEB750FE}"/>
                </a:ext>
              </a:extLst>
            </p:cNvPr>
            <p:cNvGrpSpPr/>
            <p:nvPr/>
          </p:nvGrpSpPr>
          <p:grpSpPr>
            <a:xfrm>
              <a:off x="150809150" y="2746463"/>
              <a:ext cx="2320412" cy="1365067"/>
              <a:chOff x="3740729" y="-1044140"/>
              <a:chExt cx="5270269" cy="1365067"/>
            </a:xfrm>
          </p:grpSpPr>
          <p:sp>
            <p:nvSpPr>
              <p:cNvPr id="141" name="Прямоугольник 140">
                <a:extLst>
                  <a:ext uri="{FF2B5EF4-FFF2-40B4-BE49-F238E27FC236}">
                    <a16:creationId xmlns:a16="http://schemas.microsoft.com/office/drawing/2014/main" id="{46F021D2-32FD-4A35-9628-40860EF80898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42" name="Прямая соединительная линия 141">
                <a:extLst>
                  <a:ext uri="{FF2B5EF4-FFF2-40B4-BE49-F238E27FC236}">
                    <a16:creationId xmlns:a16="http://schemas.microsoft.com/office/drawing/2014/main" id="{B5496B32-0DB3-42AA-9CBF-9DB882277E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Прямая соединительная линия 142">
                <a:extLst>
                  <a:ext uri="{FF2B5EF4-FFF2-40B4-BE49-F238E27FC236}">
                    <a16:creationId xmlns:a16="http://schemas.microsoft.com/office/drawing/2014/main" id="{BB4A7633-C062-4CF3-9403-D2F35AA16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Прямоугольник 143">
              <a:extLst>
                <a:ext uri="{FF2B5EF4-FFF2-40B4-BE49-F238E27FC236}">
                  <a16:creationId xmlns:a16="http://schemas.microsoft.com/office/drawing/2014/main" id="{23241446-F40B-4EDE-8C16-92DA0E733521}"/>
                </a:ext>
              </a:extLst>
            </p:cNvPr>
            <p:cNvSpPr/>
            <p:nvPr/>
          </p:nvSpPr>
          <p:spPr>
            <a:xfrm>
              <a:off x="165566726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45" name="Группа 144">
              <a:extLst>
                <a:ext uri="{FF2B5EF4-FFF2-40B4-BE49-F238E27FC236}">
                  <a16:creationId xmlns:a16="http://schemas.microsoft.com/office/drawing/2014/main" id="{7DB7CFE8-5909-4D7A-A760-DA9E3430E072}"/>
                </a:ext>
              </a:extLst>
            </p:cNvPr>
            <p:cNvGrpSpPr/>
            <p:nvPr/>
          </p:nvGrpSpPr>
          <p:grpSpPr>
            <a:xfrm>
              <a:off x="163492764" y="2746463"/>
              <a:ext cx="2320412" cy="1365067"/>
              <a:chOff x="3740729" y="-1044140"/>
              <a:chExt cx="5270269" cy="1365067"/>
            </a:xfrm>
          </p:grpSpPr>
          <p:sp>
            <p:nvSpPr>
              <p:cNvPr id="146" name="Прямоугольник 145">
                <a:extLst>
                  <a:ext uri="{FF2B5EF4-FFF2-40B4-BE49-F238E27FC236}">
                    <a16:creationId xmlns:a16="http://schemas.microsoft.com/office/drawing/2014/main" id="{2A1554C5-8ACD-4FB0-94CF-C0F0F9A7D8FD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47" name="Прямая соединительная линия 146">
                <a:extLst>
                  <a:ext uri="{FF2B5EF4-FFF2-40B4-BE49-F238E27FC236}">
                    <a16:creationId xmlns:a16="http://schemas.microsoft.com/office/drawing/2014/main" id="{06DCFC0D-9897-48AC-9B9B-80A34EA43C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Прямая соединительная линия 147">
                <a:extLst>
                  <a:ext uri="{FF2B5EF4-FFF2-40B4-BE49-F238E27FC236}">
                    <a16:creationId xmlns:a16="http://schemas.microsoft.com/office/drawing/2014/main" id="{C4ADB71E-53D2-4D34-9198-07D6512F11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id="{5A36EAD1-8DCE-41B9-81E6-440D4E51636D}"/>
                </a:ext>
              </a:extLst>
            </p:cNvPr>
            <p:cNvSpPr/>
            <p:nvPr/>
          </p:nvSpPr>
          <p:spPr>
            <a:xfrm>
              <a:off x="178244439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0" name="Группа 149">
              <a:extLst>
                <a:ext uri="{FF2B5EF4-FFF2-40B4-BE49-F238E27FC236}">
                  <a16:creationId xmlns:a16="http://schemas.microsoft.com/office/drawing/2014/main" id="{AB17B35D-D95C-43C6-A2FF-D6183BD865B8}"/>
                </a:ext>
              </a:extLst>
            </p:cNvPr>
            <p:cNvGrpSpPr/>
            <p:nvPr/>
          </p:nvGrpSpPr>
          <p:grpSpPr>
            <a:xfrm>
              <a:off x="176176377" y="2746463"/>
              <a:ext cx="2320412" cy="1365067"/>
              <a:chOff x="3740729" y="-1044140"/>
              <a:chExt cx="5270269" cy="1365067"/>
            </a:xfrm>
          </p:grpSpPr>
          <p:sp>
            <p:nvSpPr>
              <p:cNvPr id="151" name="Прямоугольник 150">
                <a:extLst>
                  <a:ext uri="{FF2B5EF4-FFF2-40B4-BE49-F238E27FC236}">
                    <a16:creationId xmlns:a16="http://schemas.microsoft.com/office/drawing/2014/main" id="{64A8121E-445A-4860-9C4A-EB6C0A3EEF99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52" name="Прямая соединительная линия 151">
                <a:extLst>
                  <a:ext uri="{FF2B5EF4-FFF2-40B4-BE49-F238E27FC236}">
                    <a16:creationId xmlns:a16="http://schemas.microsoft.com/office/drawing/2014/main" id="{EE2B699F-7006-4F57-931F-B39D12260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Прямая соединительная линия 152">
                <a:extLst>
                  <a:ext uri="{FF2B5EF4-FFF2-40B4-BE49-F238E27FC236}">
                    <a16:creationId xmlns:a16="http://schemas.microsoft.com/office/drawing/2014/main" id="{AA02EF07-508A-4F5E-87AD-56E8B1F62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4" name="Прямоугольник 153">
              <a:extLst>
                <a:ext uri="{FF2B5EF4-FFF2-40B4-BE49-F238E27FC236}">
                  <a16:creationId xmlns:a16="http://schemas.microsoft.com/office/drawing/2014/main" id="{BB319C85-DC6B-48BE-9F28-52D0B5ADE42B}"/>
                </a:ext>
              </a:extLst>
            </p:cNvPr>
            <p:cNvSpPr/>
            <p:nvPr/>
          </p:nvSpPr>
          <p:spPr>
            <a:xfrm>
              <a:off x="190933953" y="483919"/>
              <a:ext cx="10867902" cy="589016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55" name="Группа 154">
              <a:extLst>
                <a:ext uri="{FF2B5EF4-FFF2-40B4-BE49-F238E27FC236}">
                  <a16:creationId xmlns:a16="http://schemas.microsoft.com/office/drawing/2014/main" id="{14074FEE-950A-4B82-BF48-7C510424334E}"/>
                </a:ext>
              </a:extLst>
            </p:cNvPr>
            <p:cNvGrpSpPr/>
            <p:nvPr/>
          </p:nvGrpSpPr>
          <p:grpSpPr>
            <a:xfrm>
              <a:off x="188859991" y="2746463"/>
              <a:ext cx="2320412" cy="1365067"/>
              <a:chOff x="3740729" y="-1044140"/>
              <a:chExt cx="5270269" cy="1365067"/>
            </a:xfrm>
          </p:grpSpPr>
          <p:sp>
            <p:nvSpPr>
              <p:cNvPr id="156" name="Прямоугольник 155">
                <a:extLst>
                  <a:ext uri="{FF2B5EF4-FFF2-40B4-BE49-F238E27FC236}">
                    <a16:creationId xmlns:a16="http://schemas.microsoft.com/office/drawing/2014/main" id="{97ED22E9-9A84-4E45-9194-BF71C80963EC}"/>
                  </a:ext>
                </a:extLst>
              </p:cNvPr>
              <p:cNvSpPr/>
              <p:nvPr/>
            </p:nvSpPr>
            <p:spPr>
              <a:xfrm>
                <a:off x="3740729" y="-827118"/>
                <a:ext cx="5270269" cy="931025"/>
              </a:xfrm>
              <a:prstGeom prst="rect">
                <a:avLst/>
              </a:prstGeom>
              <a:solidFill>
                <a:srgbClr val="62290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57" name="Прямая соединительная линия 156">
                <a:extLst>
                  <a:ext uri="{FF2B5EF4-FFF2-40B4-BE49-F238E27FC236}">
                    <a16:creationId xmlns:a16="http://schemas.microsoft.com/office/drawing/2014/main" id="{DCF70BB0-FFC1-4B64-9FEE-B823C6635B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998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Прямая соединительная линия 157">
                <a:extLst>
                  <a:ext uri="{FF2B5EF4-FFF2-40B4-BE49-F238E27FC236}">
                    <a16:creationId xmlns:a16="http://schemas.microsoft.com/office/drawing/2014/main" id="{E2718ABF-C959-4BBF-98A7-C209D36486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0729" y="-1044140"/>
                <a:ext cx="0" cy="1365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964973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Garage23</dc:creator>
  <cp:lastModifiedBy>Garage23</cp:lastModifiedBy>
  <cp:revision>4</cp:revision>
  <dcterms:created xsi:type="dcterms:W3CDTF">2025-05-08T09:46:32Z</dcterms:created>
  <dcterms:modified xsi:type="dcterms:W3CDTF">2025-05-08T10:07:51Z</dcterms:modified>
</cp:coreProperties>
</file>